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product owner's requirement: super scalability and high performance. S3 gives request-rate scaling per prefix, tiered cost at 200 TB+, eleven-nines durability and Athena/Spark interop; EFS would cost 10–40x more and share one throughput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 high-performance Delta lake for Drishti on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9D3E3"/>
                </a:solidFill>
                <a:latin typeface="Calibri"/>
              </a:rPr>
              <a:t>Past 200 TB, and still fast: the lake in S3, the scripts, the keys, the partitions and every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A9B6CB"/>
                </a:solidFill>
                <a:latin typeface="Calibri"/>
              </a:rPr>
              <a:t>Status: scripts in deploy/aws/, images in deploy/docker/ecs/, every script tested with --help and --dry-run; first real run in a development account pending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A9B6CB"/>
                </a:solidFill>
                <a:latin typeface="Calibri"/>
              </a:rPr>
              <a:t>Source of truth: docs/architecture/AWS_DELTA_LAKE.md (Drishti 2.6.5)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789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E87A1E"/>
                </a:solidFill>
                <a:latin typeface="Calibri"/>
              </a:rPr>
              <a:t>Drishti · Any data. Any domain. One grammar.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96A8"/>
                </a:solidFill>
                <a:latin typeface="Calibri"/>
              </a:rPr>
              <a:t>Copyright © 2026 Ashutosh Sinha. All rights reserved. Proprietary and confidential.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this deck covers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5669280" cy="5120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1  The picture: from the sources to the screen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2  Why S3 and not EFS for the lake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3  Built and planned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4  First-time setup, step by step (steps 0–11)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5  The layout: buckets, prefixes, tables, partitions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6  Keys: the id, promoted columns, statistics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7  Files: sizes, row groups, sorting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8  Loading: daily load, backfill, restatement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188720"/>
            <a:ext cx="5486400" cy="5120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9  Maintenance: checkpoints, retention, vacuum, tiers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10  Caches: EFS or local NVMe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11  Staying fast past 200 TB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12  Sizing and cost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13  Runbooks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14  The scripts</a:t>
            </a:r>
          </a:p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C2433"/>
                </a:solidFill>
                <a:latin typeface="Calibri"/>
              </a:rPr>
              <a:t>15  Limits, what comes next, decisions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one rule: the lake lives in Amazon S3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read this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11368735" cy="146304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82296" cy="14630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71600"/>
            <a:ext cx="11002975" cy="12801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C2433"/>
                </a:solidFill>
                <a:latin typeface="Calibri"/>
              </a:rPr>
              <a:t>Every table's Parquet data files AND its _delta_log are in S3. Nothing of the lake is on EFS.</a:t>
            </a:r>
          </a:p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C2433"/>
                </a:solidFill>
                <a:latin typeface="Calibri"/>
              </a:rPr>
              <a:t>EFS holds only what a node must find again after a restart: configuration, users and tokens, Drishti*net state, and the caches that should be warm after a restart (or local NVMe for those caches).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017520"/>
            <a:ext cx="11368735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S3 (the lake):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s3://&lt;org&gt;-drishti-&lt;env&gt;-lake/lake/&lt;domain&gt;/&lt;table&gt;/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with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business_date=…/PRODUCT_TYPE=…/part-….snappy.parquet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and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_delta_log/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S3 (landing):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the sources' dumps,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&lt;date&gt;/&lt;source&gt;/*.jsonl.gz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, kept 30 days (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LANDING_KEEP_DAYS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), then expired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S3 (logs):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S3 access logs, SSE-S3, expire after 400 days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EFS (state):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/drishti/&lt;env&gt;/&lt;node&gt;/opt/drishti/{data,config,sutras}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, one access point per node per path, identical path inside the container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EFS (loader scratch):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one day of one table for the minutes of a load, then removed; plus the per-table lock files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Never on EFS: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lake data,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_delta_log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Status: what exists today, and how it was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188720"/>
          <a:ext cx="11368734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67534"/>
                <a:gridCol w="2383767"/>
                <a:gridCol w="4217433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Reading Delta tables in S3 (native engine, no Hadoop)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drishti-deltalake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drishti-lakeio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plugins/drishti-plugin-delta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(JSON export → Delta table on local disk or EFS)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tools/lake/build.py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+ Drishti's Java writer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(a built table → ONE commit in S3)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built (new in this work)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tools/lake/publish.py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tools/lake/test_publish.py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lake maintain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on 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s3://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(retention, checkpoint, vacuum)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tools/lake/maintain.py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with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--force-foreign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AWS scripts: buckets, IAM, conditional-write check, lifecycle, alarms, report, load, backfill, maintain, EFS, Cloud Map, register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scripts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--dry-run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tested; first real run pending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deploy/aws/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ECS images: server, console, loader + entry points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files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not yet built in CI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deploy/docker/ecs/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5440680"/>
            <a:ext cx="11368735" cy="82296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5440680"/>
            <a:ext cx="82296" cy="82296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1002975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C2433"/>
                </a:solidFill>
                <a:latin typeface="Calibri"/>
              </a:rPr>
              <a:t>Tests: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tools/test_deploy_aws.py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runs every script with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--help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and with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--dry-run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against a fake settings file and an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aws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that fails the test if called; renders all 11 JSON templates; checks the lifecycle rules and that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deploy/aws/env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is git-ignored.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test_publish.py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: 5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From the source systems' dumps to a trader's screen: landing bucket → loader task → the lake in S3 → Drishti servers → EFS for state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picture: the whole flow on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EE6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90472"/>
            <a:ext cx="2194560" cy="7589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ENDUR, CALYPSO, MUREX, reference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dumps: JSON / JSON Lines / .gz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1143000"/>
            <a:ext cx="3840480" cy="1143000"/>
          </a:xfrm>
          <a:prstGeom prst="roundRect">
            <a:avLst>
              <a:gd name="adj" fmla="val 8000"/>
            </a:avLst>
          </a:prstGeom>
          <a:solidFill>
            <a:srgbClr val="DDEED9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1887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S3 · &lt;org&gt;-drishti-&lt;env&gt;-landing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490472"/>
            <a:ext cx="3657600" cy="7589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2026-10-20/endur/*.jsonl.gz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…/calypso/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…/murex/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kept LANDING_KEEP_DAYS (30), then expired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143000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1188720"/>
            <a:ext cx="3977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EventBridge Scheduler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490472"/>
            <a:ext cx="3977640" cy="7589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22:30 New York, Monday to Friday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runs the ECS task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loader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(image drishti-loader-ecs)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88920" y="1709928"/>
            <a:ext cx="320040" cy="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49440" y="1709928"/>
            <a:ext cx="640080" cy="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" y="2514600"/>
            <a:ext cx="11338560" cy="141732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56032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ECS task · loader · load-day.sh, per table, under the table's lock (EFS)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862072"/>
            <a:ext cx="11155680" cy="10332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1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aws s3 sync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landing →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/opt/drishti/data/lake-build/&lt;run&gt;/in/&lt;table&gt;/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(EFS scratch)   2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lake build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→ a scratch Delta table: promoted columns, sorted by id, row groups 1 MB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3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aws s3 sync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scratch data files →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s3://…-lake/lake/&lt;domain&gt;/&lt;table&gt;/business_date=…/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  4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lake publish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ONE Delta commit on S3 (conditional PUT)   5 metrics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Drishti/Lake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601200" y="2286000"/>
            <a:ext cx="0" cy="22860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1480" y="4160520"/>
            <a:ext cx="6035040" cy="1600200"/>
          </a:xfrm>
          <a:prstGeom prst="roundRect">
            <a:avLst>
              <a:gd name="adj" fmla="val 8000"/>
            </a:avLst>
          </a:prstGeom>
          <a:solidFill>
            <a:srgbClr val="DDEED9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206240"/>
            <a:ext cx="58521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S3 · &lt;org&gt;-drishti-&lt;env&gt;-lake  (THE LAKE)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507992"/>
            <a:ext cx="5852160" cy="12161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lake/trading/trade_endur/_delta_log/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commits, checkpoints,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_last_checkpoint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…/business_date=2026-10-20/PRODUCT_TYPE=IRS_FIXFLOAT/part-….snappy.parquet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versioning · SSE-KMS · only through the VPC endpoint · tiers by business date: Standard → Standard-IA → Glacier IR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00400" y="3931920"/>
            <a:ext cx="0" cy="22860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766560" y="4160520"/>
            <a:ext cx="4983480" cy="160020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4206240"/>
            <a:ext cx="4800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ECS services drishti-a, -b, -c (server + console)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4507992"/>
            <a:ext cx="4800600" cy="12161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Delta connector, native engine, root </a:t>
            </a:r>
            <a:r>
              <a:rPr sz="900" b="0" i="0">
                <a:solidFill>
                  <a:srgbClr val="0E7C86"/>
                </a:solidFill>
                <a:latin typeface="Consolas"/>
              </a:rPr>
              <a:t>s3://…-lake/lake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 (DRISHTI_DELTA_ROOT)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heap: file lists, id maps, column sets, documents, footers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Drishti*net between task IPs; seeds by Cloud Map names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46520" y="4937760"/>
            <a:ext cx="320040" cy="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72200" y="5029200"/>
            <a:ext cx="1188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ranged GETs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5943600"/>
            <a:ext cx="4983480" cy="868680"/>
          </a:xfrm>
          <a:prstGeom prst="roundRect">
            <a:avLst>
              <a:gd name="adj" fmla="val 8000"/>
            </a:avLst>
          </a:prstGeom>
          <a:solidFill>
            <a:srgbClr val="FCE8D2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5989320"/>
            <a:ext cx="4800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EFS (Regional, encrypted, Elastic throughput)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6291072"/>
            <a:ext cx="4800600" cy="4846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per-node state and caches; loader scratch and table locks; NO lake data, NO _delta_log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35440" y="5760720"/>
            <a:ext cx="0" cy="18288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11480" y="5943600"/>
            <a:ext cx="6035040" cy="86868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989320"/>
            <a:ext cx="58521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ECS task · maintenance (nightly)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291072"/>
            <a:ext cx="5852160" cy="4846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1C2433"/>
                </a:solidFill>
                <a:latin typeface="Calibri"/>
              </a:rPr>
              <a:t>checkpoint, retention, vacuum on the lake; lifecycle rules for the coming months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3200400" y="5760720"/>
            <a:ext cx="0" cy="18288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picture, in words: each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3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3666"/>
                <a:gridCol w="3300600"/>
                <a:gridCol w="6234467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Key facts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ENDUR, CALYPSO, MUREX, reference systems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send dumps as JSON, JSON Lines or gzipped; one folder per date and source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Landing bucket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&lt;org&gt;-drishti-&lt;env&gt;-landing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&lt;date&gt;/&lt;source&gt;/…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dumps expire after 30 days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LANDING_KEEP_DAYS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); same protections as the lake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EventBridge Scheduler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LOAD_SCHEDULE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22:30 in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LOAD_SCHEDULE_ZONE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(New York), Mon–Fri; also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-maintain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and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-report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schedules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Loader task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ECS task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drishti-&lt;env&gt;-loader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image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drishti-loader-ecs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runs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load-day.sh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sync → build → sync → publish → metrics, per table, under the table's EFS lock; scratch always removed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The lake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&lt;org&gt;-drishti-&lt;env&gt;-lake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Delta tables: Parquet +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_delta_log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versioning, SSE-KMS, VPC endpoint only, tiers by business 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Server nodes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ECS services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drishti-a/-b/-c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server + console per task; reads the lake by ranged GETs; caches in heap and on disk; Drishti*net between task IPs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Maintenance task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ECS task, nightly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MAINTAIN_SCHEDULE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 maintain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(retention, checkpoint, vacuum) per table under its lock, then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setup-lifecycle.sh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EFS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Regional, encrypted, Elastic throughput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/drishti/&lt;env&gt;/&lt;node&gt;/opt/drishti/{data,config,sutras}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loader scratch and locks; never lake data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Why S3 and not EFS for the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Cost, request rate, latency, durability, tiers, other readers and writers, compared at 200 TB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S3 and not EFS: the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00400"/>
                <a:gridCol w="4584167"/>
                <a:gridCol w="4584167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Amazon S3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Amazon EFS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Cost of 200 TB (list prices, one Region)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about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USD 1,400 a month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tiered by business date; USD 4,600 all in Standard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USD 60,000 a month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in EFS Standard; USD 3,200 in Infrequent Access plus a charge on every byte read and tens of ms added per 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Request rate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at least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3,500 writes and 5,500 reads a second per prefix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every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business_date=…/PRODUCT_TYPE=…/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folder is a prefix, so the rate grows with the folders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one file system's limits (Elastic: GB/s across all clients, IOPS per file system), shared by every node, loader and maintenance job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Latency of a single 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10–30 ms to the first byte in-Region; Drishti reads one row group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about 1 ms for hot data in Standard; tens of ms in 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Durability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eleven nines, ≥ 3 AZs, versioning, Cross-Region Replication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Regional (three zones); backup by AWS Backup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Tiers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Standard → Standard-IA → Glacier Instant Retrieval (still ms); per prefix and date by lifecycle rules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Standard → IA → Archive by last access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Other readers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Athena, Trino, Spark, EMR, Glue read the same Delta tables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only something that mounts the file system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Writers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conditional writes make concurrent commits safe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 hard link on a POSIX file system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11480" y="5669280"/>
            <a:ext cx="11368735" cy="68580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5669280"/>
            <a:ext cx="82296" cy="6858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11002975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At 200 TB+ EFS costs </a:t>
            </a:r>
            <a:r>
              <a:rPr sz="1200" b="1" i="0">
                <a:solidFill>
                  <a:srgbClr val="1C2433"/>
                </a:solidFill>
                <a:latin typeface="Calibri"/>
              </a:rPr>
              <a:t>10–40×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more and shares one throughput budget. Drishti's reads are built for object storage: one day's files, one row group of one file, by byte ranges. </a:t>
            </a:r>
            <a:r>
              <a:rPr sz="1200" b="1" i="0">
                <a:solidFill>
                  <a:srgbClr val="1C2433"/>
                </a:solidFill>
                <a:latin typeface="Calibri"/>
              </a:rPr>
              <a:t>So the lake is in S3; EFS keeps the small, hot, per-node state.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Built and planned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What runs today, what is scripted but not yet run in AWS, and what SUPER_SCALE steps S1–S8 will add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Built and planned (1/2): built and scripted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3" cy="45354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51100"/>
                <a:gridCol w="1741983"/>
                <a:gridCol w="357565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Reading Delta tables in S3: file lists from the last checkpoint, id maps, one row group per read, footers cached, documents cached on disk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drishti-deltalake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drishti-lakeio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plugins/drishti-plugin-delta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DELTA_CONNECTOR.md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: a JSON export into a Delta table on local disk or EFS: promoted columns, partitions, sorted by id per partition that fits a batch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tools/lake/build.py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the Java writer in the server jar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: a table </a:t>
                      </a:r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 wrote, committed into an S3 table as one commit (S3 conditional writes)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built (this release)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tools/lake/publish.py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test_publish.py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lake maintain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 on an </a:t>
                      </a:r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s3://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 root: retention, checkpoint and log cleanup, vacuum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tools/lake/maintain.py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--force-foreign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Buckets, IAM, conditional-write check, lifecycle tiers, alarms, report, load, backfill, maintenance, EFS access points, Cloud Map, task/service definitions, schedules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scripts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--dry-run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tested)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deploy/aws/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ECS images (server, console, loader) and entry points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files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deploy/docker/ecs/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Drishti*net shards by table; replicas send one entity to the same node by a hash of its 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DRISHTI_NET.md §7, §10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Built and planned (2/2): planned, by SUPER_SCALE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88720"/>
          <a:ext cx="11368734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6833"/>
                <a:gridCol w="5867734"/>
                <a:gridCol w="4584167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it adds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Why it matters past 200 TB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Range maps from the log's per-file id statistics; Parquet Bloom filters on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find an id without building a day's id map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Tables by year (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root: …/{year}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), closing a year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 table's checkpoint stops growing with seven years of live files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 loader fleet writing slices of one table at once; a day register; publication by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loads of very large days finish in the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Products (link indexes, group totals, rollups, id lists) written with the data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aggregates and links without scanning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S5, 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Each server owns a share of (table, day) slices on the ring; split searches and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N servers hold N × one server's working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Warm tier of memory-mapped column files of owned days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searches on hot days from memory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Benchmark at scale in AWS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measured numbers replace the estimates of section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First-time setup, step by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Twelve steps (0–11). Each: the script, the exact command, what you should see. Always --dry-run first, read it, then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Setup at a glance: steps 0 to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3444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21208" y="137160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38988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137160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Prerequisites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VPC, endpoints, EFS, KMS, ECS, ALB, SNS, secrets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123444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83280" y="137160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38988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6784" y="137160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0712" y="201168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deploy/aws/env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from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env.example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23444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45352" y="137160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5352" y="138988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8856" y="137160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Buckets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201168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setup-buckets.sh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123444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07424" y="137160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38988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37160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IAM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201168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setup-iam.sh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92608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1208" y="306324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308152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" y="306324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Prove commits safe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70332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check-conditional-writes.sh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73552" y="292608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83280" y="306324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0" y="308152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86784" y="306324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Storage tiers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370332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setup-lifecycle.sh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35624" y="292608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245352" y="306324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5352" y="308152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48856" y="306324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EFS access points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370332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ecs/setup-efs.sh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97696" y="292608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107424" y="306324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07424" y="308152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10928" y="306324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Cloud Map seeds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34856" y="370332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ecs/setup-cloud-map.sh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(twice)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461772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21208" y="475488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8" y="477316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" y="47548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Images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39496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docker build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×3, push to ECR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73552" y="461772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383280" y="475488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83280" y="477316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86784" y="47548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Tasks, services, schedules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0712" y="539496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ecs/register.sh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35624" y="461772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245352" y="475488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45352" y="477316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48856" y="47548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First load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72784" y="539496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load-day.sh --date …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97696" y="4617720"/>
            <a:ext cx="2697480" cy="150876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107424" y="4754880"/>
            <a:ext cx="502920" cy="502920"/>
          </a:xfrm>
          <a:prstGeom prst="ellipse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07424" y="4773168"/>
            <a:ext cx="5029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10928" y="47548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B1E3B"/>
                </a:solidFill>
                <a:latin typeface="Calibri"/>
              </a:rPr>
              <a:t>Alarms and report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34856" y="5394960"/>
            <a:ext cx="246888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E7C86"/>
                </a:solidFill>
                <a:latin typeface="Consolas"/>
              </a:rPr>
              <a:t>setup-alarms.sh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report.sh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0: prerequisites (the platform team's templates)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6675120" cy="5120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VPC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with private subnets in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three Availability Zones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gateway VPC endpoint for S3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on their route tables (lake traffic never leaves the VPC; the bucket policy requires it)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Interface endpoints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for ECR, CloudWatch Logs, Secrets Manager and STS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EFS file system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: Regional, encrypted,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Elastic throughput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a mount target per subnet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KMS key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for the lake; its key policy allows the roles of step 3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ECS cluster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Application Load Balancer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with a target group for the consoles on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port 17480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SNS topic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for alarms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The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four secrets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of AWS_DEPLOYMENT.md §11.3 (token secret, session secret, cluster key, admin seed)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280160"/>
            <a:ext cx="4434840" cy="237744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1280160"/>
            <a:ext cx="82296" cy="2377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371600"/>
            <a:ext cx="4069080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Who builds these?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The bank's platform team, with its own CloudFormation or Terraform templates.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The Drishti scripts take their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ids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(subnets, file system, key ARN, cluster, target group, topic) from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deploy/aws/env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4434840" cy="1828800"/>
          </a:xfrm>
          <a:prstGeom prst="roundRect">
            <a:avLst>
              <a:gd name="adj" fmla="val 6000"/>
            </a:avLst>
          </a:prstGeom>
          <a:solidFill>
            <a:srgbClr val="E8F4F5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3840480"/>
            <a:ext cx="82296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3931920"/>
            <a:ext cx="4069080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Run from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a workstation or admin host with: AWS CLI v2, the repository, Java 21, and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drishti-console/.venv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1: the settings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96012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cp deploy/aws/env.example deploy/aws/env        # git-ignored; holds account ids and names, never a secret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$EDITOR deploy/aws/env                          # replace every &lt;placeholder&gt;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cp deploy/aws/delta-lake/tables.example deploy/aws/delta-lake/tables.conf   # optional: your tables; set LAKE_TABLES_FILE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86000"/>
            <a:ext cx="1136873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You should see: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nothing yet. A script run with a placeholder left names it: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E7C86"/>
                </a:solidFill>
                <a:latin typeface="Consolas"/>
              </a:rPr>
              <a:t>setup-buckets.sh: LAKE_KMS_KEY_ARN is still a placeholder (&lt;arn:aws:kms:…&gt;) in deploy/aws/env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1136873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C2433"/>
                </a:solidFill>
                <a:latin typeface="Calibri"/>
              </a:rPr>
              <a:t>The tables file: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one line per table, seven fields: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74720"/>
            <a:ext cx="11368735" cy="45720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3547872"/>
            <a:ext cx="111492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trading/trade_endur      trade   config/packs/trading   trade-endur     {date}/endur/           -      PRODUCT_TYPE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4069080"/>
          <a:ext cx="11368733" cy="24140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7033"/>
                <a:gridCol w="2750500"/>
                <a:gridCol w="660120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folder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trading/trade_endur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table's folder under the lake prefix (domain / table)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trade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Drishti kind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pack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config/packs/trading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pack whose layout (key, promoted columns) is used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connector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trade-endur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pack's connector that reads this table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landing prefix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{date}/endur/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where the dumps are;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{date}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is the business 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business-date field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-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field holding the date, or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-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for the day being loaded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partition column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PRODUCT_TYPE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second partition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2: the buckets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54864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deploy/aws/delta-lake/setup-buckets.sh --dry-run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deploy/aws/delta-lake/setup-buckets.sh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874520"/>
            <a:ext cx="1136873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You should see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each call as it runs, ending in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setup-buckets.sh: done: acme-drishti-prod-lake, acme-drishti-prod-landing, acme-drishti-prod-logs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331720"/>
            <a:ext cx="11368735" cy="173736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404872"/>
            <a:ext cx="11149279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+ aws s3api create-bucket --bucket acme-drishti-prod-lake --object-ownership BucketOwnerEnforced \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  --create-bucket-configuration LocationConstraint=eu-west-2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+ aws s3api put-public-access-block --bucket acme-drishti-prod-lake --public-access-block-configuration BlockPublicAcls=true,…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+ aws s3api put-bucket-versioning --bucket acme-drishti-prod-lake --versioning-configuration Status=Enabled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+ aws s3api put-bucket-encryption --bucket acme-drishti-prod-lake --server-side-encryption-configuration file://…/enc-….json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+ aws s3api put-bucket-policy --bucket acme-drishti-prod-lake --policy file://…/policy-….json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251960"/>
            <a:ext cx="11368735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Idempotent: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run again, it says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acme-drishti-prod-lake exists: kept, settings applied again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and puts the same settings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Three buckets: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-lake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(every Delta table),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-landing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(dumps, 30 days),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-logs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(access logs, 400 days)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On the lake: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versioning on; SSE-KMS with S3 Bucket Keys; Block Public Access; bucket-owner-enforced ownership; TLS only; VPC endpoint only (plus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drishti-&lt;env&gt;-admin*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roles); access logs; request metrics on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lake/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; noncurrent versions expire after 14 days; incomplete multipart uploads abort after 2 days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0E7C86"/>
                </a:solidFill>
                <a:latin typeface="Consolas"/>
              </a:rPr>
              <a:t>--dry-run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prints each changing call as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+ aws …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and each read as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? aws …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; none is made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3: who may do what (IAM)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54864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deploy/aws/delta-lake/setup-iam.sh --dry-run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deploy/aws/delta-lake/setup-iam.sh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920240"/>
          <a:ext cx="11368734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33867"/>
                <a:gridCol w="3575650"/>
                <a:gridCol w="4859217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Policy (deploy/aws/delta-lake/iam/)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drishti-&lt;env&gt;-server-task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server-policy.json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read the lake prefix (GET, LIST), decrypt; mount EFS through access points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drishti-&lt;env&gt;-loader-task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loader-policy.json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read the landing bucket; write data files and commits;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never delete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(an explicit deny)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drishti-&lt;env&gt;-maintenance-task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maintenance-policy.json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checkpoints, retention and vacuum: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the only role that deletes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the lifecycle rules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drishti-&lt;env&gt;-execution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AWS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AmazonECSTaskExecutionRolePolicy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+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drishti/&lt;env&gt;/*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secrets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ECS pulls images, writes logs, injects secrets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drishti-&lt;env&gt;-scheduler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inline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EventBridge Scheduler runs the lake tasks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11480" y="5440680"/>
            <a:ext cx="11368735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You should see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setup-iam.sh: done: three policies, five roles (…)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 A policy that exists gets a new default version.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Trust policies: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iam/ecs-tasks-trust.json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(task roles),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iam/scheduler-trust.json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(the scheduler role).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4: prove that commits are 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41148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deploy/aws/delta-lake/check-conditional-writes.sh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83080"/>
            <a:ext cx="11368735" cy="82296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83080"/>
            <a:ext cx="82296" cy="8229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74520"/>
            <a:ext cx="11002975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C2433"/>
                </a:solidFill>
                <a:latin typeface="Calibri"/>
              </a:rPr>
              <a:t>You should see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check-conditional-writes.sh: ok: the second create was refused (412 PreconditionFailed): concurrent commits are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834640"/>
            <a:ext cx="11368735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What it does: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creates a test object with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If-None-Match: *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then tries to create it again; S3 must refuse the second with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412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Why it matters: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 Delta commit is the creation of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_delta_log/&lt;version&gt;.json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two writers must never both create the same version (section 8.2)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Any other answer: stop.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An S3-compatible store or a proxy that drops the header cannot guarantee safe concurrent commits; then only one writer per table at a time (the scripts' per-table locks already give that if nothing else writes)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No DynamoDB lock table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is needed: deltalake 1.x writes commits with conditional PUT (its message: </a:t>
            </a:r>
            <a:r>
              <a:rPr sz="1400" b="0" i="1">
                <a:solidFill>
                  <a:srgbClr val="1C2433"/>
                </a:solidFill>
                <a:latin typeface="Calibri"/>
              </a:rPr>
              <a:t>delta-rs no longer supports S3DynamoDBLogStores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5: storage tiers by business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54864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deploy/aws/delta-lake/setup-lifecycle.sh --print | head -20     # the rules, no AWS call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deploy/aws/delta-lake/setup-lifecycle.sh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11368735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C2433"/>
                </a:solidFill>
                <a:latin typeface="Calibri"/>
              </a:rPr>
              <a:t>You should see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setup-lifecycle.sh: 129 rules for acme-drishti-prod-lake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(three tables from 2019: one rule per table per month still moving, one per table per year already in Glacier IR, three base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743200"/>
            <a:ext cx="11368735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By date, not by age: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age is the time since an object was written, wrong for a restated or backfilled day; so one rule per table per business month, with transition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dates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Standard → Standard-IA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when the month's last day is 90 days old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TIER_IA_AFTER_DAYS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);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→ Glacier Instant Retrieval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at two years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TIER_GLACIER_IR_AFTER_DAYS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Never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Glacier Flexible Retrieval or Deep Archive (hours to restore);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never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an S3 expiry of current lake objects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_delta_log/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never matches: commits and checkpoints stay in Standard; objects under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128 KB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stay where they are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Rules exist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three months ahead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maintain.sh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rewrites them nightly; S3 allows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1,000 rules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and the script refuses more (about 30 tables over seven years)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Details and the rule JSON: section 9.4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6: EFS access points, one per node per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54864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deploy/aws/ecs/setup-efs.sh --dry-run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deploy/aws/ecs/setup-efs.sh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1136873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C2433"/>
                </a:solidFill>
                <a:latin typeface="Calibri"/>
              </a:rPr>
              <a:t>You should see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one access point id per line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fsap-0a1b…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 and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setup-efs.sh: 14 access points on fs-…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for three nodes.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2697480"/>
          <a:ext cx="11368734" cy="2057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50500"/>
                <a:gridCol w="2750500"/>
                <a:gridCol w="5867734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Access points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Root (identical path inside the container)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each node (drishti-a, -b, -c)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data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config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sutras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/drishti/&lt;env&gt;/&lt;node&gt;/opt/drishti/&lt;path&gt;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→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/opt/drishti/&lt;path&gt;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consoles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data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config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sutras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/drishti/&lt;env&gt;/consoles/opt/drishti/&lt;path&gt;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loader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/drishti/&lt;env&gt;/loader/opt/drishti/data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(scratch lakes, table locks)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maintenance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data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/drishti/&lt;env&gt;/maintenance/opt/drishti/data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11480" y="5074920"/>
            <a:ext cx="11368735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Every access point runs as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uid/gid 10001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(the image's user); 3 × 3 + 3 + 1 + 1 =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14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Idempotent: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the access point's name is its client token, so running again returns the same ids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The user's rule from AWS_DEPLOYMENT.md: every path a container writes maps to the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identical path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on EFS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7: Cloud Map for Drishti*net seeds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54864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deploy/aws/ecs/setup-cloud-map.sh        # once for the namespace (it takes a minute) …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deploy/aws/ecs/setup-cloud-map.sh        # … and again for one service per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11368735" cy="4114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You should see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namespace requested: it takes a minute; run this script again to create the services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then one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create-service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per node.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ECS registers each node's task under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drishti-a.drishti.local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with the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task's own address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The servers advertise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http://&lt;task IP&gt;:18480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never loopback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(Drishti*net refuses 127.0.0.1, localhost and 0.0.0.0 since 2.6.0)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new node finds the cluster through its seed's Cloud Map name, then learns the rest by gossip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The loader's data-load signal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DRISHTI_SIGNAL_URL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 also uses a node's Cloud Map name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8: the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141732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1271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./mvnw -q package -DskipTests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docker build -f deploy/docker/ecs/server.Dockerfile  -t "$ECR_REGISTRY/drishti-server-ecs:2.6.5" .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docker build -f deploy/docker/ecs/console.Dockerfile -t "$ECR_REGISTRY/drishti-console-ecs:2.6.5" .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docker build -f deploy/docker/ecs/loader.Dockerfile  -t "$ECR_REGISTRY/drishti-loader-ecs:2.6.5" .   # carries deploy/aws/env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docker push …                                         # each of the three, after aws ecr get-login-password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2834640"/>
          <a:ext cx="11368734" cy="22677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00400"/>
                <a:gridCol w="3300600"/>
                <a:gridCol w="5867734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Built from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Entry point checks / role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drishti-server-ecs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deploy/docker/ecs/server.Dockerfile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server-entrypoint.sh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EFS mounted and writable, real IPv4 (never loopback), first-start node.yaml and peers; health check over curl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drishti-console-ecs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deploy/docker/ecs/console.Dockerfile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console-entrypoint.sh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the console, separate container from the server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drishti-loader-ecs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deploy/docker/ecs/loader.Dockerfile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loader-entrypoint.sh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EFS mounted and writable; runs the lake scripts; copies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deploy/aws/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with your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env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(no secret)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11480" y="5486400"/>
            <a:ext cx="1136873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Loader tasks read the same settings: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DRISHTI_AWS_ENV=/opt/drishti/app/deploy/aws/env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;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rebuild the loader image when the settings change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The build context is the repository root; nothing is built or run on a developer laptop by the scripts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9: task definitions, services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82296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deploy/aws/ecs/register.sh --dry-run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deploy/aws/ecs/register.sh                          # --nodes --lake-jobs</a:t>
            </a:r>
          </a:p>
          <a:p>
            <a:pPr>
              <a:lnSpc>
                <a:spcPct val="100000"/>
              </a:lnSpc>
            </a:pPr>
            <a:r>
              <a:rPr sz="1200" b="0" i="0">
                <a:solidFill>
                  <a:srgbClr val="E6EDF3"/>
                </a:solidFill>
                <a:latin typeface="Consolas"/>
              </a:rPr>
              <a:t>deploy/aws/ecs/register.sh --consoles 4             # optional: a console service of its own (SUPER_SCALE.md §16)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94560"/>
            <a:ext cx="11368735" cy="4114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You should see: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 task definition per node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drishti-prod-drishti-a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…), a service per node, the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loader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maintenance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and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report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task definitions and three schedules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drishti-prod-load-day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-maintain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-report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), then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register.sh: done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The node task sets </a:t>
            </a:r>
            <a:r>
              <a:rPr sz="1300" b="1" i="0">
                <a:solidFill>
                  <a:srgbClr val="0E7C86"/>
                </a:solidFill>
                <a:latin typeface="Consolas"/>
              </a:rPr>
              <a:t>DRISHTI_DELTA_ROOT=s3://&lt;lake bucket&gt;/lake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so every shipped Delta connector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root: ${DRISHTI_DELTA_ROOT:…}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 reads the lake in S3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with no edit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Templates: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deploy/aws/ecs/templates/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→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node-task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node-service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console-task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console-service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lake-task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schedule-target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(JSON with placeholders)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--cache nvme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(EC2 launch type) mounts the host's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/mnt/nvme/drishti/&lt;node&gt;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at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/opt/drishti/nvme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(section 10)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Schedules: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LOAD_SCHEDULE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(22:30 Mon–Fri),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MAINTAIN_SCHEDULE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(Tue–Sat 02:30),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REPORT_SCHEDULE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(daily)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10: the first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54864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deploy/aws/delta-lake/load-day.sh --dry-run --date 2026-10-20 --tables trading/trade_endur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deploy/aws/delta-lake/load-day.sh --date 2026-10-20 --tables trading/trade_endur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11368735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You should see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the five steps of section 8.1, then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E7C86"/>
                </a:solidFill>
                <a:latin typeface="Consolas"/>
              </a:rPr>
              <a:t>lake publish: ok exit=0 published &lt;n&gt; file(s), &lt;bytes&gt; bytes, dates 2026-10-20 to s3://…/lake/trading/trade_endur version=0 (new table)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and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load-day.sh: business date 2026-10-20: exit 0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108960"/>
            <a:ext cx="1136873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C2433"/>
                </a:solidFill>
                <a:latin typeface="Calibri"/>
              </a:rPr>
              <a:t>On ECS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the same runs as the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loader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task: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520440"/>
            <a:ext cx="11368735" cy="64008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3593592"/>
            <a:ext cx="11149279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0" i="0">
                <a:solidFill>
                  <a:srgbClr val="E6EDF3"/>
                </a:solidFill>
                <a:latin typeface="Consolas"/>
              </a:rPr>
              <a:t>aws ecs run-task --task-definition drishti-prod-loader \</a:t>
            </a:r>
          </a:p>
          <a:p>
            <a:pPr>
              <a:lnSpc>
                <a:spcPct val="100000"/>
              </a:lnSpc>
            </a:pPr>
            <a:r>
              <a:rPr sz="1050" b="0" i="0">
                <a:solidFill>
                  <a:srgbClr val="E6EDF3"/>
                </a:solidFill>
                <a:latin typeface="Consolas"/>
              </a:rPr>
              <a:t>  --overrides '{"containerOverrides":[{"name":"loader","command":["deploy/aws/delta-lake/load-day.sh","--date","2026-10-20"]}]}'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389120"/>
            <a:ext cx="11368735" cy="9144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4389120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11002975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C2433"/>
                </a:solidFill>
                <a:latin typeface="Calibri"/>
              </a:rPr>
              <a:t>In the console: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TRD &lt;id&gt;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on 2026-10-20 opens the trade;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Admin → Health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shows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trade-endur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UP (engine: native)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Step 11: alarms and 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4 · step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11368735" cy="54864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61872"/>
            <a:ext cx="11149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deploy/aws/delta-lake/setup-alarms.sh</a:t>
            </a:r>
          </a:p>
          <a:p>
            <a:pPr>
              <a:lnSpc>
                <a:spcPct val="100000"/>
              </a:lnSpc>
            </a:pPr>
            <a:r>
              <a:rPr sz="1300" b="0" i="0">
                <a:solidFill>
                  <a:srgbClr val="E6EDF3"/>
                </a:solidFill>
                <a:latin typeface="Consolas"/>
              </a:rPr>
              <a:t>deploy/aws/delta-lake/report.sh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11368735" cy="4114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You should see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setup-alarms.sh: 17 alarms put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(four per table, two for the bucket and EFS, one per node), and the report of section 11.3.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Per table (×3 tables = 12):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load-failed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not-loaded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load-slow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log-long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Bucket and EFS (2):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lake-s3-5xx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efs-io-limit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Per node (×3):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&lt;node&gt;-down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All notify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ALARM_SNS_TOPIC_ARN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details in section 11.4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report.sh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is also scheduled daily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REPORT_SCHEDULE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 and sends its numbers to CloudWatch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Buckets, prefixes, tables and partitions: what goes where in S3, and why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5.1 Buckets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3" cy="3291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67133"/>
                <a:gridCol w="2567133"/>
                <a:gridCol w="6234467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Settings (setup-buckets.sh)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&lt;org&gt;-drishti-&lt;env&gt;-lake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every Delta table: data files and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_delta_log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versioning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on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; SSE-KMS with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S3 Bucket Keys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(one KMS call per object set, not per object); Block Public Access; objects owned by the bucket owner;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TLS only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; data reachable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only through the VPC endpoint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(and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drishti-&lt;env&gt;-admin*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roles); access logs; request metrics on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lake/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;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noncurrent versions expire after 14 days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; incomplete multipart uploads abort after 2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&lt;org&gt;-drishti-&lt;env&gt;-landing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the sources' dumps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the same protections; dumps expire after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30 days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&lt;org&gt;-drishti-&lt;env&gt;-logs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S3 access logs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SSE-S3; expire after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400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11480" y="448056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480560"/>
            <a:ext cx="82296" cy="155448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1002975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Versioning on, with a short noncurrent window.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Delta keeps its own history (time travel back to the vacuum window), so versions are not for history: they are a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safety net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 A file deleted by mistake (a wrong vacuum, a script against the wrong prefix) stays recoverable for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NONCURRENT_KEEP_DAYS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(14). The lifecycle expires noncurrent versions after that, so storage does not double. (AWS_DEPLOYMENT.md §8.1 updated to match.)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5.2 Prefixes and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7589520" cy="384048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16152"/>
            <a:ext cx="7370064" cy="3694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s3://acme-drishti-prod-lake/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└── lake/                    LAKE_PREFIX: DRISHTI_DELTA_ROOT = s3://…/lake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├── trading/             the domain (the connector's domain)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├── trade_endur/     one table per source system and kind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│   ├── _delta_log/  commits, checkpoint every 10 commits,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│   │                _last_checkpoint (S3 Standard, always)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│   ├── business_date=2026-10-19/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│   └── business_date=2026-10-20/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│       ├── PRODUCT_TYPE=FX_FORWARD/part-00000-&lt;uuid&gt;.c000.snappy.parquet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│       └── PRODUCT_TYPE=IRS_FIXFLOAT/part-00000-&lt;uuid&gt;.c000.snappy.parquet …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├── trade_calypso/ …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│   └── trade_murex/ …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├── counterparty/ …      reference data: small tables, often mode: effective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└── market/ …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138160" y="1143000"/>
          <a:ext cx="365760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192024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One table per source system and kind</a:t>
                      </a:r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850" b="1" i="0">
                          <a:solidFill>
                            <a:srgbClr val="0E7C86"/>
                          </a:solidFill>
                          <a:latin typeface="Consolas"/>
                        </a:rPr>
                        <a:t>trade_endur</a:t>
                      </a:r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850" b="1" i="0">
                          <a:solidFill>
                            <a:srgbClr val="0E7C86"/>
                          </a:solidFill>
                          <a:latin typeface="Consolas"/>
                        </a:rPr>
                        <a:t>_calypso</a:t>
                      </a:r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850" b="1" i="0">
                          <a:solidFill>
                            <a:srgbClr val="0E7C86"/>
                          </a:solidFill>
                          <a:latin typeface="Consolas"/>
                        </a:rPr>
                        <a:t>_murex</a:t>
                      </a:r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, read as a union, </a:t>
                      </a:r>
                      <a:r>
                        <a:rPr sz="850" b="1" i="0">
                          <a:solidFill>
                            <a:srgbClr val="0E7C86"/>
                          </a:solidFill>
                          <a:latin typeface="Consolas"/>
                        </a:rPr>
                        <a:t>union: true</a:t>
                      </a:r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C2433"/>
                          </a:solidFill>
                          <a:latin typeface="Calibri"/>
                        </a:rPr>
                        <a:t>each source loads, restates and fails on its own; each log a third the size; the trading pack's three connectors already read them so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Domain as the first folder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C2433"/>
                          </a:solidFill>
                          <a:latin typeface="Calibri"/>
                        </a:rPr>
                        <a:t>matches the connector's </a:t>
                      </a:r>
                      <a:r>
                        <a:rPr sz="850" b="0" i="0">
                          <a:solidFill>
                            <a:srgbClr val="0E7C86"/>
                          </a:solidFill>
                          <a:latin typeface="Consolas"/>
                        </a:rPr>
                        <a:t>domain</a:t>
                      </a:r>
                      <a:r>
                        <a:rPr sz="950" b="0" i="0">
                          <a:solidFill>
                            <a:srgbClr val="1C2433"/>
                          </a:solidFill>
                          <a:latin typeface="Calibri"/>
                        </a:rPr>
                        <a:t>; IAM and lifecycle rules can name a domain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Tables by year</a:t>
                      </a:r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850" b="1" i="0">
                          <a:solidFill>
                            <a:srgbClr val="0E7C86"/>
                          </a:solidFill>
                          <a:latin typeface="Consolas"/>
                        </a:rPr>
                        <a:t>trade_endur/2026/</a:t>
                      </a:r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C2433"/>
                          </a:solidFill>
                          <a:latin typeface="Calibri"/>
                        </a:rPr>
                        <a:t>planned (S2)</a:t>
                      </a:r>
                      <a:r>
                        <a:rPr sz="950" b="0" i="0">
                          <a:solidFill>
                            <a:srgbClr val="1C2433"/>
                          </a:solidFill>
                          <a:latin typeface="Calibri"/>
                        </a:rPr>
                        <a:t>: until then one table holds every year and its checkpoint grows with live files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5.3 Partition keys and request-rate-friendly prefixes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3108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50500"/>
                <a:gridCol w="8618234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Key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business_date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(always first)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every interactive read names a date, so a read opens one day's folder only; a load and a restatement replace one day; retention removes whole days; the lifecycle tiers by the folder's 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PRODUCT_TYPE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for trades (second key, 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--partition-by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spreads a day over several S3 prefixes (request rate); keeps each partition small enough for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to sort in one batch; lets a source restate one product type (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--mode overwrite-partitions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nothing finer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each partition column multiplies the folders and small files of a day;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allows four;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two for trades, one for everything else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43400"/>
            <a:ext cx="11368735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S3 scales each prefix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to ≥ 3,500 writes and 5,500 reads a second and splits busy prefixes by itself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day's reads spread over its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product-type folders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and over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three tables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for trades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Delta paths cannot be hashed (Drishti's writers name the folders), so the spread comes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from the partition keys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503 Slow Down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is retried by the native engine's AWS client with back-off and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counted in Health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alarm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drishti-&lt;env&gt;-lake-s3-5xx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fires on a sustained rate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The id, the promoted columns and the statistics: what each kind of read needs from the table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6. Columns of every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3" cy="3291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00400"/>
                <a:gridCol w="1833666"/>
                <a:gridCol w="7334667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the entity's id (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--key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, or the pack's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ingest.&lt;kind&gt;.key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: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TRADE_ID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the whole JSON document as the source sent it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business_date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partition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partition columns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PRODUCT_TYPE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promoted columns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string or double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copies of the fields searches, lists, links and BI read: the pack's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layout.&lt;kind&gt;.columns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, plus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ingest.&lt;kind&gt;.flatten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NOTIONAL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INDEX_NAME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572000"/>
            <a:ext cx="11368735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Choosing what to promote is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a pack decision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(DELTA_CONNECTOR.md §4)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Adding a promoted column later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changes the table's columns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: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lake publish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refuses a day whose columns differ: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the columns differ from the target's (new [...], missing [...], other type [...])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→ runbook 13.4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6. What each read needs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33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3" cy="466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67133"/>
                <a:gridCol w="4400800"/>
                <a:gridCol w="440080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it reads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So the table needs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One entity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TRD MX-20000017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the day's id map (the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id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column of that day's files), then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one row group of one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rows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sorted by id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per file; small row groups (section 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History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TRD MX-20000017 30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the snapshot's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business_date=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partitions, then one single read per day, eight at once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business_date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as the partition; nothing else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Type-ahead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the newest day's ids (and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index.days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past days) from the id map, into the in-memory index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id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; nothing else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Search, pick lists, derived kinds, impact, links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the day's column set: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id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and every promoted column,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never doc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every field a search filters, sorts or shows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promoted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; else documents are read up to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drishti.search.max-scan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and the answer says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File skipping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per-file min/max in the log; per-row-group min/max in the footer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delta.dataSkippingStatsColumns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=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id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business_date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promoted columns,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never doc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;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sets it,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carries it to 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Sizes, row groups, compression, statistics, checkpoints, retention, sorting by id, and one commit per day per table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7.1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3" cy="5120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0300"/>
                <a:gridCol w="3300600"/>
                <a:gridCol w="1741983"/>
                <a:gridCol w="467585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 by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Rows per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layout.&lt;kind&gt;.file-rows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250,000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pack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few files per day, each large enough for S3 (hundreds of MB)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Row group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1 MB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LAKE_ROW_GROUP_KB=1024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→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DRISHTI_LAKE_ROW_GROUP_KB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writer default 256 KB)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deploy/aws/env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 single read fetches one row group; each S3 GET costs 10–30 ms to first byte, so 1 MB balances bytes vs GETs; page index narrows it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DRISHTI_LAKE_PAGE_KB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64)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Compression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Snappy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writer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native engine also reads ZSTD, GZIP, LZ4_RAW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Statistics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id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business_date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promoted columns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file and row-group skipping without documents in the log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every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10 commits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delta.checkpointInterval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 and after every maintenance 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 maintain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 reader replays the last checkpoint plus a few commits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Log retention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30 days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delta.logRetentionDuration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older commit files (before a checkpoint) removed by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 maintain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Removed files kept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7 days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delta.deletedFileRetentionDuration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LAKE_VACUUM_HOURS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168)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maintain.sh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 reader in flight and </a:t>
                      </a:r>
                      <a:r>
                        <a:rPr sz="1100" b="0" i="1">
                          <a:solidFill>
                            <a:srgbClr val="1C2433"/>
                          </a:solidFill>
                          <a:latin typeface="Calibri"/>
                        </a:rPr>
                        <a:t>known at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reach back a week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7.2 Sorted by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640080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file holds a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contiguous id range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and each row group a smaller one, so a read of one id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skips every other row group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by its statistics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lake build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sorts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each partition (date × product type) that fits in one batch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--batch-rows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LAKE_BATCH_ROWS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250,000)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larger partition is written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in the dumps' order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load-day.sh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prints a warning for each such partition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table written elsewhere (Spark, Databricks):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repartitionByRange(…, "id").sortWithinPartitions("id")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188720"/>
            <a:ext cx="4709160" cy="3749039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0" y="1188720"/>
            <a:ext cx="82296" cy="3749039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1280160"/>
            <a:ext cx="4343400" cy="35661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Three remedies, in order of preference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1.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Ask the source to export sorted by id.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The dump's order becomes the file's order: sorted at any size, no memory cost.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2.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Partition finer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PRODUCT_TYPE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, or a book or desk column) so each partition fits a batch.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3.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Raise LAKE_BATCH_ROWS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with the loader's memory: about rows × average document size × 3. 250,000 trades of 10 KB need about 8 GB; the loader task has 30 GB.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480560"/>
            <a:ext cx="6400800" cy="1188720"/>
          </a:xfrm>
          <a:prstGeom prst="roundRect">
            <a:avLst>
              <a:gd name="adj" fmla="val 6000"/>
            </a:avLst>
          </a:prstGeom>
          <a:solidFill>
            <a:srgbClr val="E8F4F5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480560"/>
            <a:ext cx="82296" cy="1188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72000"/>
            <a:ext cx="60350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Planned (SUPER_SCALE S1):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range maps from the log's per-file id ranges instead of id maps, and Parquet Bloom filters on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id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7.3 One commit per day per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46304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1E3B"/>
                </a:solidFill>
                <a:latin typeface="Calibri"/>
              </a:rPr>
              <a:t>lake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10512"/>
            <a:ext cx="3291840" cy="10789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writes the day into a FRESH scratch table on EFS: every file there is live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86200" y="2194560"/>
            <a:ext cx="365760" cy="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60" y="146304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DDEED9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5087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1E3B"/>
                </a:solidFill>
                <a:latin typeface="Calibri"/>
              </a:rPr>
              <a:t>aws s3 sync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810512"/>
            <a:ext cx="3291840" cy="10789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copies the data files to S3: new UUID names, nothing in S3 is overwritten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26680" y="2194560"/>
            <a:ext cx="365760" cy="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92440" y="146304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5087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1E3B"/>
                </a:solidFill>
                <a:latin typeface="Calibri"/>
              </a:rPr>
              <a:t>lake publish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1810512"/>
            <a:ext cx="3291840" cy="10789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ONE commit that adds the new files and removes the day's previous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474720"/>
            <a:ext cx="11368735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A reader sees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the old day or the new day, never a mixture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The previous version stays readable (**time travel, *known at***) until vacuum (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LAKE_VACUUM_HOURS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, 168 h)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One commit per table per day ⇒ about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1,500 commits a year per table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including maintenance (section 12.1)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lake publish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checks that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every file is in S3 before committing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, and refuses a day whose columns differ from the table's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Loading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The daily load, why concurrent commits are safe, backfill and restatement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8.1 The daily load (load-day.sh)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68735" cy="315468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16152"/>
            <a:ext cx="11149279" cy="3008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EventBridge Scheduler (LOAD_SCHEDULE, LOAD_SCHEDULE_ZONE)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└─► ECS RunTask drishti-&lt;env&gt;-loader ─► loader-entrypoint.sh (EFS mounted? writable?) ─► load-day.sh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for each table of LAKE_TABLES_FILE: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flock  /opt/drishti/data/lake-locks/&lt;domain&gt;--&lt;table&gt;.lock   (another load, backfill or maintenance: exit 3)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aws s3 sync   s3://landing/&lt;date&gt;/&lt;source&gt;/  →  scratch/in/&lt;table&gt;/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drishti.py lake build   --from scratch/in/&lt;table&gt; -r --kind trade --pack config/packs/trading --connector trade-endur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                        --lake scratch/lake --domain trading --table trade_endur --mode overwrite-dates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                        --batch-rows 250000 --as-of &lt;date&gt; --partition-by PRODUCT_TYPE --no-stamp --summary …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aws s3 sync   scratch/lake/trading/trade_endur/  →  s3://lake/lake/trading/trade_endur/   --exclude "_delta_log/*"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drishti.py lake publish --from scratch/lake/trading/trade_endur --to s3://…/lake/trading/trade_endur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                        --dates &lt;date&gt; --mode overwrite-dates --storage-option AWS_REGION=&lt;region&gt; [--signal …]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CloudWatch Drishti/Lake: LoadSucceeded, PublishedBusinessDate, LoadSeconds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scratch removed (always)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34840"/>
          <a:ext cx="54864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1520"/>
                <a:gridCol w="47548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Exit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every table published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published with rejected documents (the summary says which)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 table failed: its S3 table is unchanged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 table was locked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2200" y="4434840"/>
            <a:ext cx="5577840" cy="164592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4434840"/>
            <a:ext cx="82296" cy="16459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526280"/>
            <a:ext cx="521208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The date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defaults to today in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LOAD_SCHEDULE_ZONE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, the zone the schedule runs in: an evening load in New York is already the next day in UTC.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8.1 The data-load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11368735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With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DRISHTI_SIGNAL_URL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(a node's Cloud Map name) and 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DRISHTI_TOKEN_SECRET_ID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(an API token with 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loads:write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in Secrets Manager, read into a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0600 file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for the run)</a:t>
            </a:r>
          </a:p>
          <a:p>
            <a:pPr algn="l" lvl="1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5B677A"/>
                </a:solidFill>
                <a:latin typeface="Calibri"/>
              </a:rPr>
              <a:t>      – 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lake publish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sends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POST /api/v1/packs/{pack}/loads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per date</a:t>
            </a:r>
          </a:p>
          <a:p>
            <a:pPr algn="l" lvl="1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5B677A"/>
                </a:solidFill>
                <a:latin typeface="Calibri"/>
              </a:rPr>
              <a:t>      –  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the server refreshes, verifies and alerts as for any load (DATA_LOADS.md)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Without it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, servers see the new table version at their next refresh (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refresh-seconds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10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Either way readers switch at the commit; the signal only makes it immediate and runs the load's expectations and alerts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8.2 Why concurrent commits are 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3474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83967"/>
                <a:gridCol w="7884767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Writer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How it commits on S3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and 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lake maintain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(Python 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deltalake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 1.6.6, in the venv and the loader image)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conditional PUT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of the commit file (put-if-absent,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If-None-Match: *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): S3 refuses the second writer with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412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which re-reads the log and retries (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--commit-retries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20). deltalake 1.x no longer has the DynamoDB lock, so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no lock table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.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AWS_S3_ALLOW_UNSAFE_RENAME=true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is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refused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by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Drishti's Java writer (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local disk and EFS only (a hard link of a finished commit file);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never S3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Drishti's native Iceberg writer (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drishti-lakeio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the same conditional PUT, with a start-up probe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11480" y="4572000"/>
            <a:ext cx="11368735" cy="137160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572000"/>
            <a:ext cx="82296" cy="13716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11002975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Two layers of safety.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check-conditional-writes.sh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proves the bucket refuses a second create. On top of it, the scripts take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a lock per table on EFS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flock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, NFSv4 byte-range locks, released if a task dies), so a load, a backfill and maintenance of one table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never overlap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 Loads of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different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tables run side by side.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8.3 Backfill and 8.4 restatement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68735" cy="64008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16152"/>
            <a:ext cx="11149279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E6EDF3"/>
                </a:solidFill>
                <a:latin typeface="Consolas"/>
              </a:rPr>
              <a:t>deploy/aws/delta-lake/backfill.sh --from 2026-01-02 --to 2026-10-16 --skip-missing           # weekdays; dates without dumps skipped</a:t>
            </a:r>
          </a:p>
          <a:p>
            <a:pPr>
              <a:lnSpc>
                <a:spcPct val="100000"/>
              </a:lnSpc>
            </a:pPr>
            <a:r>
              <a:rPr sz="1000" b="0" i="0">
                <a:solidFill>
                  <a:srgbClr val="E6EDF3"/>
                </a:solidFill>
                <a:latin typeface="Consolas"/>
              </a:rPr>
              <a:t>deploy/aws/delta-lake/backfill.sh --from 2025-01-02 --to 2025-12-31 --from-dir /opt/drishti/data/history   # an export on EFS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576072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Backfill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Oldest date first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one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load-day.sh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per date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Stops at the first date that fails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and prints the command that resumes from there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Re-running a date replaces it: a backfill can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always be run again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Large backfill: several loader tasks side by side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on different tables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--tables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); the per-table lock keeps two on one table apart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965960"/>
          <a:ext cx="539496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356616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 source re-sent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some whole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backfill.sh --dates 2026-10-14,2026-10-15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one product type of a day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load-day.sh --date 2026-10-15 --tables trading/trade_endur --mode overwrite-partitions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11480" y="4572000"/>
            <a:ext cx="11368735" cy="146304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572000"/>
            <a:ext cx="82296" cy="14630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663440"/>
            <a:ext cx="11002975" cy="12801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Restatement: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readers switch to the restated day at the commit; </a:t>
            </a:r>
            <a:r>
              <a:rPr sz="1300" b="0" i="1">
                <a:solidFill>
                  <a:srgbClr val="1C2433"/>
                </a:solidFill>
                <a:latin typeface="Calibri"/>
              </a:rPr>
              <a:t>known at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before the commit still shows the day as it was, for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LAKE_VACUUM_HOURS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 Data files of an old restated day move to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its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storage tier at the next lifecycle run (rules are by date, not object age), so a restatement of 2024 lands in Glacier IR, not Standard.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Checkpoints, retention, vacuum, compaction and the lifecycle rules: what runs nightly and why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9.1 What maintain.sh runs (nightly)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68735" cy="41148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16152"/>
            <a:ext cx="11149279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drishti.py lake maintain --config &lt;lake-maintenance.s3.yaml rendered&gt; --once --force-foreign --tables trading/trade_endur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645920"/>
            <a:ext cx="1136873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Nightly (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MAINTAIN_SCHEDULE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Tuesday to Saturday 02:30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), as the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maintenance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task, per table under the table's lock; then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setup-lifecycle.sh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 Settings: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deploy/aws/delta-lake/lake-maintenance.s3.yaml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2240280"/>
          <a:ext cx="11368733" cy="32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7033"/>
                <a:gridCol w="3117233"/>
                <a:gridCol w="6234467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Key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lake maintain does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keep-business-days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LAKE_KEEP_BUSINESS_DAYS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1800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about seven years)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removes business dates older than that, counted back from today: a delete by partition, one commit; refuses to remove more than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max-drop-share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0.5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 of a 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checkpoint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true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writes a checkpoint and removes commit files past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delta.logRetentionDuration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vacuum-hours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LAKE_VACUUM_HOURS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168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deletes files no version uses, older than a week; S3 keeps them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14 more days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as noncurrent versions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compact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false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see 9.3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11480" y="4800600"/>
            <a:ext cx="11368735" cy="118872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800600"/>
            <a:ext cx="82296" cy="1188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100297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C2433"/>
                </a:solidFill>
                <a:latin typeface="Calibri"/>
              </a:rPr>
              <a:t>--force-foreign: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lake maintain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maintains only tables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lake build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built in that location and treats every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s3://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table as foreign. The S3 tables are Drishti's (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lake publish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wrote them from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lake build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's output), so the script overrides the rule; </a:t>
            </a:r>
            <a:r>
              <a:rPr sz="1100" b="0" i="0">
                <a:solidFill>
                  <a:srgbClr val="0E7C86"/>
                </a:solidFill>
                <a:latin typeface="Consolas"/>
              </a:rPr>
              <a:t>lake maintain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prints its warning and marks the runs </a:t>
            </a:r>
            <a:r>
              <a:rPr sz="1200" b="0" i="1">
                <a:solidFill>
                  <a:srgbClr val="1C2433"/>
                </a:solidFill>
                <a:latin typeface="Calibri"/>
              </a:rPr>
              <a:t>forced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9.2 Retention and the tiers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645920"/>
            <a:ext cx="2103120" cy="128016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0 – 90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03120"/>
            <a:ext cx="19202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S3 Standard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645920"/>
            <a:ext cx="3017520" cy="1280160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73736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90 days – 2 years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103120"/>
            <a:ext cx="28346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Standard-IA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(TIER_IA_AFTER_DAYS)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1645920"/>
            <a:ext cx="3749039" cy="1280160"/>
          </a:xfrm>
          <a:prstGeom prst="roundRect">
            <a:avLst/>
          </a:prstGeom>
          <a:solidFill>
            <a:srgbClr val="BBDEFB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737360"/>
            <a:ext cx="356615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2 years – LAKE_KEEP_BUSINESS_DAYS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103120"/>
            <a:ext cx="3566159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Glacier Instant Retrieval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(TIER_GLACIER_IR_AFTER_DAYS)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80" y="1645920"/>
            <a:ext cx="2194560" cy="128016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7373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beyond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103120"/>
            <a:ext cx="201168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removed by lake maintain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C2433"/>
                </a:solidFill>
                <a:latin typeface="Calibri"/>
              </a:rPr>
              <a:t>→ vacuum → noncurrent expiry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" y="3154680"/>
            <a:ext cx="11247120" cy="0"/>
          </a:xfrm>
          <a:prstGeom prst="line">
            <a:avLst/>
          </a:prstGeom>
          <a:ln w="25400">
            <a:solidFill>
              <a:srgbClr val="5B6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1480" y="32461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B677A"/>
                </a:solidFill>
                <a:latin typeface="Calibri"/>
              </a:rPr>
              <a:t>business date age →   read latency: milliseconds in every 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931920"/>
            <a:ext cx="11368735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Never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Glacier Flexible Retrieval or Deep Archive: their objects need a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restore of hours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before a read, and Drishti reads any day in milliseconds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Never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an S3 expiry of current lake objects: removing a file a table version still names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breaks the table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(DELTA_CONNECTOR.md §10)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Only lake maintain removes table files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S3 then keeps the noncurrent versions 14 days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9.3 Compaction: why it is off for S3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11368735" cy="4114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Each day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arrives laid out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: files of 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file-rows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, sorted by id, one commit ⇒ the S3 tables need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no compaction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A plain Delta compaction would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merge files out of id order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(single-entity reads would then touch many row groups)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lake maintain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re-sorts (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relayout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) only tables whose folder is the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kind's name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(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trading/trade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For the trading pack's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per-source tables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(</a:t>
            </a:r>
            <a:r>
              <a:rPr sz="1500" b="0" i="0">
                <a:solidFill>
                  <a:srgbClr val="0E7C86"/>
                </a:solidFill>
                <a:latin typeface="Consolas"/>
              </a:rPr>
              <a:t>trade_endur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) it finds no layout and would run a plain compaction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So </a:t>
            </a:r>
            <a:r>
              <a:rPr sz="1500" b="1" i="0">
                <a:solidFill>
                  <a:srgbClr val="0E7C86"/>
                </a:solidFill>
                <a:latin typeface="Consolas"/>
              </a:rPr>
              <a:t>compact: false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for S3; a day that needs re-laying is </a:t>
            </a:r>
            <a:r>
              <a:rPr sz="1600" b="1" i="0">
                <a:solidFill>
                  <a:srgbClr val="1C2433"/>
                </a:solidFill>
                <a:latin typeface="Calibri"/>
              </a:rPr>
              <a:t>restated</a:t>
            </a:r>
            <a:r>
              <a:rPr sz="1600" b="0" i="0">
                <a:solidFill>
                  <a:srgbClr val="1C2433"/>
                </a:solidFill>
                <a:latin typeface="Calibri"/>
              </a:rPr>
              <a:t> instead (runbook 13.4)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480560"/>
            <a:ext cx="11368735" cy="12801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480560"/>
            <a:ext cx="82296" cy="12801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1002975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Open finding (fix run 2.6.5 QA):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tools/lake/maintain.py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looks up a table's layout by its folder name, but layouts are keyed by kind. Fixing that lookup (and checking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relayout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with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PRODUCT_TYPE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partitions) would let maintenance re-sort per-source tables safely.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9.4 The lifecycle rules (setup-lifecycle.sh)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6949440" cy="173736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16152"/>
            <a:ext cx="672998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{"ID": "tier-trading-trade_endur-2026-03", "Status": "Enabled",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"Filter": {"And": {"Prefix": "lake/trading/trade_endur/business_date=2026-03",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        "ObjectSizeGreaterThan": 131072}},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"Transitions": [{"Date": "2026-06-29T00:00:00Z", "StorageClass": "STANDARD_IA"},</a:t>
            </a:r>
          </a:p>
          <a:p>
            <a:pPr>
              <a:lnSpc>
                <a:spcPct val="100000"/>
              </a:lnSpc>
            </a:pPr>
            <a:r>
              <a:rPr sz="950" b="0" i="0">
                <a:solidFill>
                  <a:srgbClr val="E6EDF3"/>
                </a:solidFill>
                <a:latin typeface="Consolas"/>
              </a:rPr>
              <a:t>                 {"Date": "2028-03-30T00:00:00Z", "StorageClass": "GLACIER_IR"}]}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143000"/>
            <a:ext cx="420624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Rules match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prefixes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; move on a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date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or an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age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Age is wrong for restated/backfilled days ⇒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one rule per table per business month, with dates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A whole year already past two years is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one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017520"/>
            <a:ext cx="11368735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A month's files move to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Standard-IA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when the month's last day is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90 days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old, and to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Glacier IR at two years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Rules exist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three months ahead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maintain.sh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rewrites them nightly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_delta_log/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never matches: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commits and checkpoints stay in Standard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Objects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under 128 KB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stay where they are (moving them costs more than it saves)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S3 allows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1,000 rules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the script refuses more (≈ 30 tables over seven years)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029200"/>
            <a:ext cx="11368735" cy="100584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5029200"/>
            <a:ext cx="82296" cy="10058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20640"/>
            <a:ext cx="1100297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C2433"/>
                </a:solidFill>
                <a:latin typeface="Calibri"/>
              </a:rPr>
              <a:t>Costs to know: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 Standard-IA keeps an object at least </a:t>
            </a:r>
            <a:r>
              <a:rPr sz="1200" b="1" i="0">
                <a:solidFill>
                  <a:srgbClr val="1C2433"/>
                </a:solidFill>
                <a:latin typeface="Calibri"/>
              </a:rPr>
              <a:t>30 days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, Glacier IR </a:t>
            </a:r>
            <a:r>
              <a:rPr sz="1200" b="1" i="0">
                <a:solidFill>
                  <a:srgbClr val="1C2433"/>
                </a:solidFill>
                <a:latin typeface="Calibri"/>
              </a:rPr>
              <a:t>90 days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; a restatement of a tiered day pays the rest of that minimum on the files it replaces. Reads from Standard-IA ≈ </a:t>
            </a:r>
            <a:r>
              <a:rPr sz="1200" b="1" i="0">
                <a:solidFill>
                  <a:srgbClr val="1C2433"/>
                </a:solidFill>
                <a:latin typeface="Calibri"/>
              </a:rPr>
              <a:t>USD 0.01/GB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, from Glacier IR ≈ </a:t>
            </a:r>
            <a:r>
              <a:rPr sz="1200" b="1" i="0">
                <a:solidFill>
                  <a:srgbClr val="1C2433"/>
                </a:solidFill>
                <a:latin typeface="Calibri"/>
              </a:rPr>
              <a:t>USD 0.03/GB</a:t>
            </a:r>
            <a:r>
              <a:rPr sz="12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Caches: EFS or local NVMe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The small, bounded structures each server keeps, where they live, and the one decision for the product owner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10. What each server caches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49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3" cy="4160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83767"/>
                <a:gridCol w="4217433"/>
                <a:gridCol w="2292083"/>
                <a:gridCol w="247545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Bounded by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After a restart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file list (snapshot) of each 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heap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table's live files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re-read from the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Parquet footers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heap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-Ddrishti.parquet.footer-cache-groups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50,000 row groups)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row groups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re-read on first use (one ranged GET)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id maps of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heap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id-map-mb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20 % of heap, shared) and disk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id-map-disk.dir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memory; one file per table version and 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memory-mapped from disk: no scan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column sets of days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heap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columns-cache-mb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re-read (the newest day in the background)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heap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doc-cache-mb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 and RocksDB on disk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doc-disk-cache.dir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max-gb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1, TTL 12 h, cleared daily 02:00)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size, 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warm from disk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type-ahead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heap (newest day;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index.days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more,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index.storage: mmap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rebuilt from id maps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5532120"/>
            <a:ext cx="1136873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The disk caches default to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&lt;data dir&gt;/cache/&lt;connector&gt;/…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, which on ECS is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/opt/drishti/data/cache/…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on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EFS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10. EFS or local NVMe for the disk caches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50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7498077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799"/>
                <a:gridCol w="3017519"/>
                <a:gridCol w="2651759"/>
              </a:tblGrid>
              <a:tr h="566928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EFS (default)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Local NVMe (instance store)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≈ 1 ms an operation (NFS); page cache serves repeated reads of memory-mapped id maps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tens of microseconds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Throughput mode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Elastic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pays per GB read and written; Provisioned only for a steady high rate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disk's own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After a task moves host or zone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warm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same folders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empty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rebuilt as users read (correct, slower first reads)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Launch type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Fargate or EC2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EC2 only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m6id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r6id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i4i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EFS Standard ≈ USD 0.30/GB-month + Elastic charges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included in the instance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Identical-path rule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satisfied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not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the cache path is on the host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092440" y="1143000"/>
            <a:ext cx="3657600" cy="146304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2168" y="1216152"/>
            <a:ext cx="343814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E6EDF3"/>
                </a:solidFill>
                <a:latin typeface="Consolas"/>
              </a:rPr>
              <a:t># config/connectors/trade-endur.yaml</a:t>
            </a:r>
          </a:p>
          <a:p>
            <a:pPr>
              <a:lnSpc>
                <a:spcPct val="100000"/>
              </a:lnSpc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id-map-disk.dir:</a:t>
            </a:r>
          </a:p>
          <a:p>
            <a:pPr>
              <a:lnSpc>
                <a:spcPct val="100000"/>
              </a:lnSpc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  /opt/drishti/nvme/cache/trade-endur/idmaps</a:t>
            </a:r>
          </a:p>
          <a:p>
            <a:pPr>
              <a:lnSpc>
                <a:spcPct val="100000"/>
              </a:lnSpc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doc-disk-cache.dir:</a:t>
            </a:r>
          </a:p>
          <a:p>
            <a:pPr>
              <a:lnSpc>
                <a:spcPct val="100000"/>
              </a:lnSpc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  /opt/drishti/nvme/cache/trade-endur/docs</a:t>
            </a:r>
          </a:p>
          <a:p>
            <a:pPr>
              <a:lnSpc>
                <a:spcPct val="100000"/>
              </a:lnSpc>
            </a:pPr>
            <a:r>
              <a:rPr sz="1000" b="0" i="0">
                <a:solidFill>
                  <a:srgbClr val="E6EDF3"/>
                </a:solidFill>
                <a:latin typeface="Consolas"/>
              </a:rPr>
              <a:t>  doc-disk-cache.max-gb: "50"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74320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C2433"/>
                </a:solidFill>
                <a:latin typeface="Calibri"/>
              </a:rPr>
              <a:t>To use NVMe: </a:t>
            </a:r>
            <a:r>
              <a:rPr sz="1000" b="0" i="0">
                <a:solidFill>
                  <a:srgbClr val="0E7C86"/>
                </a:solidFill>
                <a:latin typeface="Consolas"/>
              </a:rPr>
              <a:t>register.sh --nodes --cache nvme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 (EC2; host </a:t>
            </a:r>
            <a:r>
              <a:rPr sz="1000" b="0" i="0">
                <a:solidFill>
                  <a:srgbClr val="0E7C86"/>
                </a:solidFill>
                <a:latin typeface="Consolas"/>
              </a:rPr>
              <a:t>/mnt/nvme/drishti/&lt;node&gt;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 → </a:t>
            </a:r>
            <a:r>
              <a:rPr sz="1000" b="0" i="0">
                <a:solidFill>
                  <a:srgbClr val="0E7C86"/>
                </a:solidFill>
                <a:latin typeface="Consolas"/>
              </a:rPr>
              <a:t>/opt/drishti/nvme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), then point the caches there.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79476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4E6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3794760"/>
            <a:ext cx="82296" cy="219456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886200"/>
            <a:ext cx="3291840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C2433"/>
                </a:solidFill>
                <a:latin typeface="Calibri"/>
              </a:rPr>
              <a:t>Recommendation: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 start on </a:t>
            </a:r>
            <a:r>
              <a:rPr sz="1100" b="1" i="0">
                <a:solidFill>
                  <a:srgbClr val="1C2433"/>
                </a:solidFill>
                <a:latin typeface="Calibri"/>
              </a:rPr>
              <a:t>EFS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 (warm after any restart, no host affinity). Move the </a:t>
            </a:r>
            <a:r>
              <a:rPr sz="1100" b="1" i="0">
                <a:solidFill>
                  <a:srgbClr val="1C2433"/>
                </a:solidFill>
                <a:latin typeface="Calibri"/>
              </a:rPr>
              <a:t>document cache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 to NVMe if Admin → Caches shows cold reads dominate and EFS latency shows in </a:t>
            </a:r>
            <a:r>
              <a:rPr sz="1000" b="0" i="0">
                <a:solidFill>
                  <a:srgbClr val="0E7C86"/>
                </a:solidFill>
                <a:latin typeface="Consolas"/>
              </a:rPr>
              <a:t>p99Ms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C2433"/>
                </a:solidFill>
                <a:latin typeface="Calibri"/>
              </a:rPr>
              <a:t>Decision needed: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 NVMe breaks the identical-path rule; allowed only for rebuildable caches, by the product owner's decision.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Staying fast past 200 TB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What never scans the whole lake, spreading work over Drishti*net, the numbers to watch and the alarms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11.1 What never scans the whole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52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4773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33867"/>
                <a:gridCol w="6417834"/>
                <a:gridCol w="2017033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Request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Reads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Grows with history?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Open one entity on a 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table's snapshot (in memory, refreshed from the last checkpoint every 10 s), the day's id map,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one row group of one file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(one ranged GET, ≈ 1 MB)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History of one entity over N days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snapshot's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business_date=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partitions, then one single read per day held, eight at once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with N,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not with the lake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Type-ahead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newest day's ids in 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Search, pick list, derived kind, impact on a date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that day's column set (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id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+ promoted, never documents); files and row groups skipped by statistics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Load, restatement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one day's files and one commit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Retention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 delete by partition (the log only), one commit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Vacuum (weekly is enough)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 listing of the table's prefix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with the table's file count (≈ 1,000 objects per LIST)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Questions over all of history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not interactive: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Athena, Trino or Spark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on the same tables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11.2 Spreading the work over Drishti*net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676656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Built today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(DRISHTI_NET.md §10):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Nodes whose connectors read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different tables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of a kind are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shards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: a search asks every one; a read goes to the node that holds the table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Give each node (or pair) its own tables: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drishti-a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drishti-b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read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trade_endur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drishti-c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drishti-d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read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trade_calypso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and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trade_murex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; each node caches only its tables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Nodes that read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the same table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are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replicas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: a search asks one; a forwarded read goes to the same node for the same entity (stable hash of its id), so its caches stay warm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Every node can read every table from S3: </a:t>
            </a:r>
            <a:r>
              <a:rPr sz="1400" b="1" i="0">
                <a:solidFill>
                  <a:srgbClr val="1C2433"/>
                </a:solidFill>
                <a:latin typeface="Calibri"/>
              </a:rPr>
              <a:t>a failed node costs speed, never answers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32588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drishti-a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1627632"/>
            <a:ext cx="1737360" cy="5303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trade_endur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0" y="132588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drishti-b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1627632"/>
            <a:ext cx="1737360" cy="5303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trade_endur (replica)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4688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251460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drishti-c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816352"/>
            <a:ext cx="1737360" cy="5303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trade_calypso, trade_murex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24688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DCE8F7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0" y="2514600"/>
            <a:ext cx="1737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drishti-d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2816352"/>
            <a:ext cx="1737360" cy="53035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trade_calypso, trade_murex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3749040"/>
            <a:ext cx="4114800" cy="822960"/>
          </a:xfrm>
          <a:prstGeom prst="roundRect">
            <a:avLst>
              <a:gd name="adj" fmla="val 8000"/>
            </a:avLst>
          </a:prstGeom>
          <a:solidFill>
            <a:srgbClr val="DDEED9"/>
          </a:solidFill>
          <a:ln w="12700">
            <a:solidFill>
              <a:srgbClr val="8A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3794760"/>
            <a:ext cx="3931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B1E3B"/>
                </a:solidFill>
                <a:latin typeface="Calibri"/>
              </a:rPr>
              <a:t>S3 lake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096512"/>
            <a:ext cx="39319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every node can read every table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4846319"/>
            <a:ext cx="4114800" cy="1280160"/>
          </a:xfrm>
          <a:prstGeom prst="roundRect">
            <a:avLst>
              <a:gd name="adj" fmla="val 6000"/>
            </a:avLst>
          </a:prstGeom>
          <a:solidFill>
            <a:srgbClr val="E8F4F5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0" y="4846319"/>
            <a:ext cx="82296" cy="12801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4937759"/>
            <a:ext cx="374904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C2433"/>
                </a:solidFill>
                <a:latin typeface="Calibri"/>
              </a:rPr>
              <a:t>Planned (S5, S6):</a:t>
            </a:r>
            <a:r>
              <a:rPr sz="1100" b="0" i="0">
                <a:solidFill>
                  <a:srgbClr val="1C2433"/>
                </a:solidFill>
                <a:latin typeface="Calibri"/>
              </a:rPr>
              <a:t> ownership of (table, day, group) slices on the ring, so N servers on one table hold N × one server's working set, and searches split over the owners.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11.3 The numbers to watch: report.sh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68735" cy="210312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16152"/>
            <a:ext cx="11149279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bucket acme-drishti-prod-lake (CloudWatch daily storage metrics):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StandardStorage                         10412.3 GB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StandardIAStorage                       46120.8 GB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GlacierInstantRetrievalStorage         143998.1 GB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objects                          672310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table                        version  checkpoint  behind   dates       newest   files GB(newest)    &lt;32MB</a:t>
            </a:r>
          </a:p>
          <a:p>
            <a:pPr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trading/trade_endur             4512        4510       2    1764   2026-10-20     128      41.37       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383280"/>
            <a:ext cx="1136873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E7C86"/>
                </a:solidFill>
                <a:latin typeface="Consolas"/>
              </a:rPr>
              <a:t>report.sh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is scheduled daily (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REPORT_SCHEDULE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), prints these and sends them to CloudWatch. Illustrative numbers for a lake of about 200 TB.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11.3 The numbers to watch: healthy values and 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55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45354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17233"/>
                <a:gridCol w="2933867"/>
                <a:gridCol w="5317634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Healthy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not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behind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 (commits since the checkpoint)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under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a checkpoint failed: run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maintain.sh --tables …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; alarm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log-long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above 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files of the newest day, and </a:t>
                      </a:r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&lt;32MB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≈ rows ÷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file-rows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per partition; small files 0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many small files: the source sends many tiny dumps, or partitions are too fine (5.3)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live files per 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under ≈ 100,000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the checkpoint and every snapshot refresh grow with it: split the table (by source, or by year when S2 lands)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S3 5xx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rare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503 Slow Down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: reads concentrated on one prefix; spread with partitions; alarm </a:t>
                      </a:r>
                      <a:r>
                        <a:rPr sz="1000" b="0" i="0">
                          <a:solidFill>
                            <a:srgbClr val="0E7C86"/>
                          </a:solidFill>
                          <a:latin typeface="Consolas"/>
                        </a:rPr>
                        <a:t>lake-s3-5xx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Admin → Health per connector: </a:t>
                      </a:r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p50Ms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p99Ms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, cold reads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single read p95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&lt; 300 ms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on newest days, 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&lt; 1 s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 on any day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footers and id maps not warm (heap too small: Admin → Caches), or EFS latency (10)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Admin → Caches: the one memory budget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under its cap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raise the heap (</a:t>
                      </a:r>
                      <a:r>
                        <a:rPr sz="1100" b="1" i="0">
                          <a:solidFill>
                            <a:srgbClr val="1C2433"/>
                          </a:solidFill>
                          <a:latin typeface="Calibri"/>
                        </a:rPr>
                        <a:t>8 GB per million entities a day</a:t>
                      </a:r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), or shard tables over more nodes (11.2)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0E7C86"/>
                          </a:solidFill>
                          <a:latin typeface="Consolas"/>
                        </a:rPr>
                        <a:t>LoadSeconds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well inside the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C2433"/>
                          </a:solidFill>
                          <a:latin typeface="Calibri"/>
                        </a:rPr>
                        <a:t>dumps are large: more tables in parallel (one loader task per table), or larger loader tasks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11.4 The CloudWatch alarms (setup-alarms.sh)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56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402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17433"/>
                <a:gridCol w="7151301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Fires when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drishti-&lt;env&gt;-&lt;table&gt;-load-failed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a load of the table failed (nothing of it was published)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drishti-&lt;env&gt;-&lt;table&gt;-not-loaded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no successful load for </a:t>
                      </a:r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three days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running (a weekend is two)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drishti-&lt;env&gt;-&lt;table&gt;-load-slow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a load took longer than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ALARM_PUBLISH_DEADLINE_HOURS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drishti-&lt;env&gt;-&lt;table&gt;-log-long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readers replay more than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ALARM_COMMITS_SINCE_CHECKPOINT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commits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drishti-&lt;env&gt;-lake-s3-5xx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more than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ALARM_S3_5XX_PER_5MIN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server errors in 5 minutes, twice in 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drishti-&lt;env&gt;-efs-io-limit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EFS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PercentIOLimit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above </a:t>
                      </a:r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drishti-&lt;env&gt;-&lt;node&gt;-down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a node's service has no running task for </a:t>
                      </a:r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5 minutes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5440680"/>
            <a:ext cx="1136873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All notify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ALARM_SNS_TOPIC_ARN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 The AWS_DEPLOYMENT.md alarms (heap, Drishti*net member dead, backup failed) come with the platform's Prometheus or CloudWatch agent.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Sizing and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What 200 TB is, the deployment that serves it, and the monthly bill (list prices, one Region, estimates)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12.1 What 200 TB is (seven years of Parquet)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58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17233"/>
                <a:gridCol w="8251501"/>
              </a:tblGrid>
              <a:tr h="731520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Per business day (252 a year)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about </a:t>
                      </a:r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113 GB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of Parquet; about </a:t>
                      </a:r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100 million trade documents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at about 1.1 KB each compressed (Snappy)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Files per day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about </a:t>
                      </a:r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350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(330 MB each, 250,000 rows) over all tables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Live files after seven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about </a:t>
                      </a:r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620,000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over all tables; with three trade tables ≈ </a:t>
                      </a:r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200,000 each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: above the 100,000 of 11.3, so </a:t>
                      </a:r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tables by year (S2) or more tables matter before the seventh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Commits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one per table per day, plus maintenance: about </a:t>
                      </a:r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1,500 a year per table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5120640"/>
            <a:ext cx="1136873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B677A"/>
                </a:solidFill>
                <a:latin typeface="Calibri"/>
              </a:rPr>
              <a:t>Estimates, to be replaced by the measurements of SUPER_SCALE step S8.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12.2 The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59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3886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83767"/>
                <a:gridCol w="6234467"/>
                <a:gridCol w="275050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Server tasks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4 vCPU and 12 GB for the server (</a:t>
                      </a:r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8 GB heap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) in a 6 vCPU, 16 GB task with its console; larger nodes (16 vCPU, 64 GB) at SUPER_SCALE volumes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3 to 6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, sharded by table (11.2)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Loader task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4 vCPU, </a:t>
                      </a:r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30 GB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, 21 GB ephemeral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one per table at load time, minutes to an hour a day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Maintenance and report tasks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the same image and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nightly, minutes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EFS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each node's state and caches: 50–300 GB; loader scratch: one day of one table at a time (the day's dumps plus its Parquet)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one file system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12.3 Monthly cost (list prices, one Region, estimates)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60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457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00600"/>
                <a:gridCol w="5867734"/>
                <a:gridCol w="2200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About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S3 storage, 200 TB tiered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10 TB Standard (USD 23/TB), 46 TB Standard-IA (12.5), 144 TB Glacier IR (4)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USD 1,400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S3 storage if all were Standard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200 TB × 23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USD 4,600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S3 requests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250 reads a second, two GETs each, USD 0.40 per million; loads and lists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USD 500–700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Retrievals from IA and Glacier IR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month-ends, audits, history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tens to a few hundred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Versioning overhead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14 days of replaced and vacuumed files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 few % of 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Server nodes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3 tasks of 6 vCPU, 16 GB on Fargate, always on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USD 650–750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Loader, maintenance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about an hour a day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USD 50–150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EFS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1 TB Standard, Elastic throughput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USD 300 + throughput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CloudWatch, Secrets Manager, Cloud Map, endpoints, load balancer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USD 200–400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11480" y="5715000"/>
            <a:ext cx="11368735" cy="6400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5715000"/>
            <a:ext cx="82296" cy="64008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100297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C2433"/>
                </a:solidFill>
                <a:latin typeface="Calibri"/>
              </a:rPr>
              <a:t>For comparison: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the same 200 TB on EFS: </a:t>
            </a:r>
            <a:r>
              <a:rPr sz="1300" b="1" i="0">
                <a:solidFill>
                  <a:srgbClr val="1C2433"/>
                </a:solidFill>
                <a:latin typeface="Calibri"/>
              </a:rPr>
              <a:t>USD 60,000 a month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in Standard; about USD 3,200 in Infrequent Access plus USD 0.03 per GB read.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Runbooks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The daily load, a backfill, a restatement, a slow table, and disaster recovery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13.1 The daily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62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00400"/>
                <a:gridCol w="9168334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It ran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CloudWatch Logs </a:t>
                      </a:r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/drishti/&lt;env&gt;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, stream prefix </a:t>
                      </a:r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loader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; </a:t>
                      </a:r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LoadSucceeded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1 per 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It published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report.sh --tables &lt;table&gt;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: </a:t>
                      </a:r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newest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is today; in the console, </a:t>
                      </a:r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TRD &lt;id&gt;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on today's date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Exit 2 (rejects)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the build summary in the log names the reasons; fix the source and restate the day (13.3)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Exit 1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the log's line </a:t>
                      </a:r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lake build failed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or </a:t>
                      </a:r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lake publish failed</a:t>
                      </a:r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 says why; the S3 table is unchanged; fix and run </a:t>
                      </a:r>
                      <a:r>
                        <a:rPr sz="1300" b="0" i="0">
                          <a:solidFill>
                            <a:srgbClr val="0E7C86"/>
                          </a:solidFill>
                          <a:latin typeface="Consolas"/>
                        </a:rPr>
                        <a:t>load-day.sh --date &lt;d&gt; --tables &lt;t&gt;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2433"/>
                          </a:solidFill>
                          <a:latin typeface="Calibri"/>
                        </a:rPr>
                        <a:t>Exit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2433"/>
                          </a:solidFill>
                          <a:latin typeface="Calibri"/>
                        </a:rPr>
                        <a:t>maintenance or a backfill held the table's lock; the next run loads it, or run it by hand after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13.2 A backfill and 13.3 a restatement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55778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C2433"/>
                </a:solidFill>
                <a:latin typeface="Calibri"/>
              </a:rPr>
              <a:t>13.2 A backfill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C2433"/>
                </a:solidFill>
                <a:latin typeface="Calibri"/>
              </a:rPr>
              <a:t>1.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backfill.sh --dry-run --from … --to … --tables &lt;t&gt;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: check the dates and commands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C2433"/>
                </a:solidFill>
                <a:latin typeface="Calibri"/>
              </a:rPr>
              <a:t>2. Run it as a loader task per table (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aws ecs run-task … --overrides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with the command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deploy/aws/delta-lake/backfill.sh …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C2433"/>
                </a:solidFill>
                <a:latin typeface="Calibri"/>
              </a:rPr>
              <a:t>3. It stops at a failing date with the resume command; fix and resume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C2433"/>
                </a:solidFill>
                <a:latin typeface="Calibri"/>
              </a:rPr>
              <a:t>4.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setup-lifecycle.sh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(or the next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maintain.sh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) moves the backfilled years to their tiers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8872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C2433"/>
                </a:solidFill>
                <a:latin typeface="Calibri"/>
              </a:rPr>
              <a:t>13.3 A restatement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C2433"/>
                </a:solidFill>
                <a:latin typeface="Calibri"/>
              </a:rPr>
              <a:t>1. The source re-sends the dumps under the landing prefix of the day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C2433"/>
                </a:solidFill>
                <a:latin typeface="Calibri"/>
              </a:rPr>
              <a:t>2.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backfill.sh --dates &lt;d&gt;</a:t>
            </a:r>
            <a:r>
              <a:rPr sz="1400" b="0" i="0">
                <a:solidFill>
                  <a:srgbClr val="1C2433"/>
                </a:solidFill>
                <a:latin typeface="Calibri"/>
              </a:rPr>
              <a:t> (whole day) or </a:t>
            </a:r>
            <a:r>
              <a:rPr sz="1300" b="0" i="0">
                <a:solidFill>
                  <a:srgbClr val="0E7C86"/>
                </a:solidFill>
                <a:latin typeface="Consolas"/>
              </a:rPr>
              <a:t>load-day.sh --date &lt;d&gt; --tables &lt;t&gt; --mode overwrite-partitions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C2433"/>
                </a:solidFill>
                <a:latin typeface="Calibri"/>
              </a:rPr>
              <a:t>3. Readers switch at the commit; the data-load signal (if set) refreshes servers at once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13.4 A slow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64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67133"/>
                <a:gridCol w="3483967"/>
                <a:gridCol w="5317634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Symptom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first read of a day slow, then fast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id map not yet on disk; footers cold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normal;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warm-dates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(3) warms the newest days at start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every read of a day slow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the day is not sorted by id (load warning </a:t>
                      </a:r>
                      <a:r>
                        <a:rPr sz="1200" b="0" i="1">
                          <a:solidFill>
                            <a:srgbClr val="1C2433"/>
                          </a:solidFill>
                          <a:latin typeface="Calibri"/>
                        </a:rPr>
                        <a:t>written in the dumps' order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), or row groups are large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restate the day after fixing the order (7.2)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searches slow or </a:t>
                      </a:r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 field the search uses is not promoted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promote it in the pack; the table's columns change so publish refuses the next day: write the new layout into a new folder (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trade_endur_v2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 with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backfill.sh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(its tables line pointing there), then switch the connector's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table.trade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the snapshot refresh slow (Health)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many live files or a long log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report.sh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: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behind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and file counts; run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maintain.sh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; split the table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E7C86"/>
                          </a:solidFill>
                          <a:latin typeface="Consolas"/>
                        </a:rPr>
                        <a:t>503 Slow 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one prefix overloaded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partition by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PRODUCT_TYPE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(or finer for that table); S3 scales a prefix within minutes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13.5 Disaster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65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43000"/>
          <a:ext cx="11368734" cy="4343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50500"/>
                <a:gridCol w="8618234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Event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How to recover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A table damaged (a wrong commit)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Delta time travel: the previous version is readable until vacuum; restate the affected days from the landing bucket (30 days) or from versions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Files deleted by mistake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S3 versioning: restore the noncurrent versions within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NONCURRENT_KEEP_DAYS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aws s3api list-object-versions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copy-object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of the version)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A Region lost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S3 Cross-Region Replication of the lake bucket with Replication Time Control (most objects within 15 minutes), EFS replication and ECR replication. Replication copies objects one by one, so a commit can arrive before a data file it names: a read of that day in the recovery Region fails (Health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DEGRADED … a truncated or missing Parquet file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 until the file arrives; other days unaffected.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Fail over after the backlog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 (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ReplicationLatency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100" b="0" i="0">
                          <a:solidFill>
                            <a:srgbClr val="0E7C86"/>
                          </a:solidFill>
                          <a:latin typeface="Consolas"/>
                        </a:rPr>
                        <a:t>OperationsPendingReplication</a:t>
                      </a:r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) </a:t>
                      </a:r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is empty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C2433"/>
                          </a:solidFill>
                          <a:latin typeface="Calibri"/>
                        </a:rPr>
                        <a:t>Node state lost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C2433"/>
                          </a:solidFill>
                          <a:latin typeface="Calibri"/>
                        </a:rPr>
                        <a:t>AWS Backup of EFS; caches rebuild from the lake by themselves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Every file under deploy/, what it does, and the conventions every script follows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14. deploy/: the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368735" cy="4023360"/>
          </a:xfrm>
          <a:prstGeom prst="roundRect">
            <a:avLst>
              <a:gd name="adj" fmla="val 3000"/>
            </a:avLst>
          </a:prstGeom>
          <a:solidFill>
            <a:srgbClr val="14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16152"/>
            <a:ext cx="11149279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deploy/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├── docker/                       compose.yaml, compose.data.yaml, server.Dockerfile, console.Dockerfile (local and Docker hosts)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└── ecs/                      server.Dockerfile, server-entrypoint.sh, console.Dockerfile, console-entrypoint.sh,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                              loader.Dockerfile, loader-entrypoint.sh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├── aws/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├── env.example               every setting; copy to deploy/aws/env (git-ignored)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├── lib/common.sh             --help, --dry-run, --env, the printed AWS calls, templates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├── delta-lake/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│   ├── setup-buckets.sh      step 2        ├── load-day.sh        8.1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│   ├── setup-iam.sh          step 3        ├── backfill.sh        8.3, 8.4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│   ├── check-conditional-writes.sh  step 4 ├── maintain.sh        9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│   ├── setup-lifecycle.sh    step 5, 9.4   ├── report.sh          11.3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│   ├── setup-alarms.sh       step 11       ├── lake-maintenance.s3.yaml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│   ├── tables.example        the tables    └── iam/{server,loader,maintenance}-policy.json, ecs-tasks-trust.json, scheduler-trust.json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└── ecs/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    ├── setup-efs.sh          step 6        ├── register.sh        step 9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│       ├── setup-cloud-map.sh    step 7        └── templates/{node-task,node-service,console-task,console-service,lake-task,schedule-target}.json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├── grafana/                      the Grafana dashboard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E6EDF3"/>
                </a:solidFill>
                <a:latin typeface="Consolas"/>
              </a:rPr>
              <a:t>└── lake-maintenance.yaml         lake maintain's example for a local lake (the S3 one is delta-lake/lake-maintenance.s3.yaml)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257800"/>
            <a:ext cx="1136873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C2433"/>
                </a:solidFill>
                <a:latin typeface="Calibri"/>
              </a:rPr>
              <a:t>New tool in the repository: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tools/lake/publish.py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→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drishti.py lake publish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 (TOOLS.md §4.11), tested by </a:t>
            </a:r>
            <a:r>
              <a:rPr sz="1200" b="0" i="0">
                <a:solidFill>
                  <a:srgbClr val="0E7C86"/>
                </a:solidFill>
                <a:latin typeface="Consolas"/>
              </a:rPr>
              <a:t>tools/lake/test_publish.py</a:t>
            </a:r>
            <a:r>
              <a:rPr sz="1300" b="0" i="0">
                <a:solidFill>
                  <a:srgbClr val="1C24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14. Conventions every script follows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11368735" cy="4754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bash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with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set -euo pipefail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and the licence header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AWS CLI v2 and nothing else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; Python only through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tools/drishti.py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0E7C86"/>
                </a:solidFill>
                <a:latin typeface="Consolas"/>
              </a:rPr>
              <a:t>--help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on every script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0E7C86"/>
                </a:solidFill>
                <a:latin typeface="Consolas"/>
              </a:rPr>
              <a:t>--dry-run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: each changing call printed as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+ aws …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, each read as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? aws …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,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none made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Settings from one file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: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deploy/aws/env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(from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env.example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; placeholders only; git-ignored), or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--env &lt;file&gt;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Safe to run again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(idempotent): existing buckets, policies, access points and rules are kept and their settings applied again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A placeholder left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stops the script and names 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Locks: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load, backfill and maintenance take the table's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flock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on EFS; a held lock exits 3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Tested: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tools/test_deploy_aws.py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runs every script with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--help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and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--dry-run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against a fake settings file and an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aws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that fails if called, renders every template to JSON, checks the lifecycle rules, and checks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env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is git-ignored (7 tests); both test files run in the drill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097280" cy="64008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E87A1E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Limits and what comes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C9D3E3"/>
                </a:solidFill>
                <a:latin typeface="Calibri"/>
              </a:rPr>
              <a:t>What is not yet proven, known limits, and the decisions to take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15. Limits and what comes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section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11368735" cy="5029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Not yet run in AWS.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The first real run, in a development account, follows sections 4 and 13 and records </a:t>
            </a:r>
            <a:r>
              <a:rPr sz="1500" b="0" i="1">
                <a:solidFill>
                  <a:srgbClr val="1C2433"/>
                </a:solidFill>
                <a:latin typeface="Calibri"/>
              </a:rPr>
              <a:t>what you should see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; AWS_DEPLOYMENT.md steps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A1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(images built, read-only-root test) and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A4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(EFS measurements) go with 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A bucket without conditional writes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(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check-conditional-writes.sh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exit 1: an S3-compatible store, or a proxy that drops the header): only one writer per table at a time; the scripts' per-table locks already give that if nothing else writes the tables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lake build sorts a partition only when it fits a batch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(7.2)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One table holds every year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until tables by year (S2): watch live files per table (11.3)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Maintenance cannot re-sort per-source tables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(9.3): </a:t>
            </a:r>
            <a:r>
              <a:rPr sz="1400" b="0" i="0">
                <a:solidFill>
                  <a:srgbClr val="0E7C86"/>
                </a:solidFill>
                <a:latin typeface="Consolas"/>
              </a:rPr>
              <a:t>compact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stays off; restate instead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 i="0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C2433"/>
                </a:solidFill>
                <a:latin typeface="Calibri"/>
              </a:rPr>
              <a:t>Planned:</a:t>
            </a:r>
            <a:r>
              <a:rPr sz="1500" b="0" i="0">
                <a:solidFill>
                  <a:srgbClr val="1C2433"/>
                </a:solidFill>
                <a:latin typeface="Calibri"/>
              </a:rPr>
              <a:t> ownership of slices, range maps, Bloom filters, products, the loader fleet (section 3)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Decisions and actions for the product owner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71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88720"/>
          <a:ext cx="11368733" cy="466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8416"/>
                <a:gridCol w="5776050"/>
                <a:gridCol w="5134267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Decision or action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Recommendation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Disk caches on </a:t>
                      </a:r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local NVMe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(faster, but breaks the identical-path rule) or </a:t>
                      </a:r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EFS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(warm after restarts, keeps the rule)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Start on EFS; allow NVMe for rebuildable caches only, as a documented exception, when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p99Ms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shows EFS latency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First real run in a </a:t>
                      </a:r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development AWS account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(steps 0–11, runbooks 13.1–13.5)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Do it before any production commitment; record the outputs in the guide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Fix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lake maintain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's layout lookup for per-source tables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In the 2.6.5 QA fix run; then compaction can be re-enabled safely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Tables by year (SUPER_SCALE S2)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Before about year five, when live files per trade table near 100,000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Range maps and Bloom filters (S1); slice ownership (S5, S6)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When the per-day id maps or one server's working set become the limit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Related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09728"/>
            <a:ext cx="34290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0" i="0">
                <a:solidFill>
                  <a:srgbClr val="C9D3E3"/>
                </a:solidFill>
                <a:latin typeface="Calibri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Drishti · A high-performance Delta lake on AWS, past 200 TB · source: docs/architecture/AWS_DELTA_LAKE.md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10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5B677A"/>
                </a:solidFill>
                <a:latin typeface="Calibri"/>
              </a:rPr>
              <a:t>72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88720"/>
          <a:ext cx="11368734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25750"/>
                <a:gridCol w="7242984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54864" marR="54864" marT="27432" marB="27432" anchor="ctr">
                    <a:solidFill>
                      <a:srgbClr val="0B1E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docs/architecture/AWS_DELTA_LAKE.md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this deck's source: every section, command and number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docs/architecture/AWS_DEPLOYMENT.md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ECS, EFS and the identical-path rule; secrets; images; DR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docs/architecture/SUPER_SCALE.md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500 GB a day for seven years; steps S1–S8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docs/connectors/DELTA_CONNECTOR.md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how Drishti reads a Delta table; layout in a pack; memory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docs/admin/LAKE_MAINTENANCE.md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lake maintain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: retention, checkpoint, vacuum, relayout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docs/guides/TOOLS.md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lake build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sz="1200" b="0" i="0">
                          <a:solidFill>
                            <a:srgbClr val="0E7C86"/>
                          </a:solidFill>
                          <a:latin typeface="Consolas"/>
                        </a:rPr>
                        <a:t>lake publish</a:t>
                      </a:r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 (§4.11)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docs/architecture/DRISHTI_NET.md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several servers: shards, replicas, routing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E7C86"/>
                          </a:solidFill>
                          <a:latin typeface="Consolas"/>
                        </a:rPr>
                        <a:t>docs/guides/DATA_LOADS.md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2433"/>
                          </a:solidFill>
                          <a:latin typeface="Calibri"/>
                        </a:rPr>
                        <a:t>the data-load signal, expectations and alerts</a:t>
                      </a:r>
                    </a:p>
                  </a:txBody>
                  <a:tcPr marL="54864" marR="54864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